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78"/>
    <p:restoredTop sz="94694"/>
  </p:normalViewPr>
  <p:slideViewPr>
    <p:cSldViewPr snapToGrid="0" showGuides="1">
      <p:cViewPr>
        <p:scale>
          <a:sx n="184" d="100"/>
          <a:sy n="184" d="100"/>
        </p:scale>
        <p:origin x="-1656" y="-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610926-61BC-7D41-B556-847E291D68C6}" type="datetimeFigureOut">
              <a:rPr kumimoji="1" lang="ja-JP" altLang="en-US" smtClean="0"/>
              <a:t>2025/2/5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491B6B-E2A3-2649-90AB-8E91E6A10AE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3144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491B6B-E2A3-2649-90AB-8E91E6A10AEA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88705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168C8F-9933-5F14-AAC0-A78EEA0CFB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84E3301-8E4F-E195-6728-394E0B0A8C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20D0903-5E82-4CF9-AC6C-8586137BF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E8A88-30B2-404B-8287-9949C9D5BBC8}" type="datetimeFigureOut">
              <a:rPr kumimoji="1" lang="ja-JP" altLang="en-US" smtClean="0"/>
              <a:t>2025/2/5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73E04B7-AC08-2969-04BC-A6CF57230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A6FE26F-6CBD-2AA4-6A23-75D5C1959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BA7C-4046-FF4A-B8A7-F72D558907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6527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917A15-EC66-B032-8978-5BCD62626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3DC6BC2-AC0B-81B3-A8D3-7937499197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FCD72F8-B631-4CA1-AE16-B66AD17E6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E8A88-30B2-404B-8287-9949C9D5BBC8}" type="datetimeFigureOut">
              <a:rPr kumimoji="1" lang="ja-JP" altLang="en-US" smtClean="0"/>
              <a:t>2025/2/5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167E412-54AA-058D-CBC2-CD6AA1FA3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18E933E-EE69-F2B3-24D2-9075D8A9B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BA7C-4046-FF4A-B8A7-F72D558907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8877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256982-3550-CAF7-0B0A-38CD4AD43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10519D4-79A7-2B5F-6C10-36DFA291FF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1AAA4CA-24EC-3D45-E3A2-374C3978E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E8A88-30B2-404B-8287-9949C9D5BBC8}" type="datetimeFigureOut">
              <a:rPr kumimoji="1" lang="ja-JP" altLang="en-US" smtClean="0"/>
              <a:t>2025/2/5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8A2640D-2595-350E-E2BF-C12264CAD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FFE0124-8A2A-B550-92B6-D64C330B7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BA7C-4046-FF4A-B8A7-F72D558907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2077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DFD39AD-E6D9-F46D-9AE6-56E98C1CC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A14DAE5-14D7-208B-57AC-9F8BBC6400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B18E27D-80CA-D5AB-60C0-F927C5C3AE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6822C48-C262-942F-A277-CC4072B14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E8A88-30B2-404B-8287-9949C9D5BBC8}" type="datetimeFigureOut">
              <a:rPr kumimoji="1" lang="ja-JP" altLang="en-US" smtClean="0"/>
              <a:t>2025/2/5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3D65A1C-2770-F1A7-6699-36461D217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9E26B41-7C4F-24A8-A38D-46B1F94B2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BA7C-4046-FF4A-B8A7-F72D558907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4068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A574AA-7C66-813B-9A86-88DA0323C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36B6F48-6CA6-2D76-06CA-64A08CAFE7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E4F55E0-371E-D24B-E084-3437731794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C4C2FAD-4EF9-978D-4054-6AB42BD7D0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D4F2BB6-19DC-D0AF-CB16-3E3995FBC9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CBF4B21-D852-35BF-2BCA-5653DDA78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E8A88-30B2-404B-8287-9949C9D5BBC8}" type="datetimeFigureOut">
              <a:rPr kumimoji="1" lang="ja-JP" altLang="en-US" smtClean="0"/>
              <a:t>2025/2/5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AC0B1D8-FB2D-848F-4E5C-D61A89B11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D79B485-42EB-0726-300A-27508A1AB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BA7C-4046-FF4A-B8A7-F72D558907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0622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70F717-C675-2074-DB28-7123BA3A3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AE326B2-9443-6A94-03ED-B62CA2CD5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E8A88-30B2-404B-8287-9949C9D5BBC8}" type="datetimeFigureOut">
              <a:rPr kumimoji="1" lang="ja-JP" altLang="en-US" smtClean="0"/>
              <a:t>2025/2/5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A522525-F14F-6893-D1E7-3EF7DBD2B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52FFF1E-85F1-9AEE-9B36-52E14768E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BA7C-4046-FF4A-B8A7-F72D558907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7820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F6BDC11-990B-E010-35B1-BDD240AD0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E8A88-30B2-404B-8287-9949C9D5BBC8}" type="datetimeFigureOut">
              <a:rPr kumimoji="1" lang="ja-JP" altLang="en-US" smtClean="0"/>
              <a:t>2025/2/5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B918097-6493-876B-C84E-7F9B3BC02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6C75763-8A09-69A0-E305-0E19E1E66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BA7C-4046-FF4A-B8A7-F72D558907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0902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ED7EED-CD75-418A-DFD4-3FCA67EE0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D1B4D0D-270E-7F2A-C6F1-F73CEDE94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1EF293C-15DB-366B-03F3-B8273F4E25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8086C7A-D06E-FDA8-0DCA-BF6C58EE7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E8A88-30B2-404B-8287-9949C9D5BBC8}" type="datetimeFigureOut">
              <a:rPr kumimoji="1" lang="ja-JP" altLang="en-US" smtClean="0"/>
              <a:t>2025/2/5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194018B-9C6D-8F18-2AFD-3D882AC75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6946676-FA66-5F95-B662-3DCFA2032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BA7C-4046-FF4A-B8A7-F72D558907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0407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AEC8F9-0DC6-124E-68F7-F1B368770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863DBBF-80C6-9DD6-B599-91512928A8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9B29767-CC3A-35F7-0AB2-FD1845325B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2F7ED49-26EA-A551-5A5C-FBB215ECA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E8A88-30B2-404B-8287-9949C9D5BBC8}" type="datetimeFigureOut">
              <a:rPr kumimoji="1" lang="ja-JP" altLang="en-US" smtClean="0"/>
              <a:t>2025/2/5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F70DB95-8CFC-6F5F-4EC9-96EAA4A1F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3707712-CF05-55EF-A547-CC9B86333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BA7C-4046-FF4A-B8A7-F72D558907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6792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27020B-09FB-14B2-595E-644FC3CC3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AE1F4AD-46DF-5411-853F-CCFFEF8CD4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BA55E5B-8C84-4BAE-CC2D-73BA6656E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E8A88-30B2-404B-8287-9949C9D5BBC8}" type="datetimeFigureOut">
              <a:rPr kumimoji="1" lang="ja-JP" altLang="en-US" smtClean="0"/>
              <a:t>2025/2/5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D586D33-7948-D9A9-783D-FE2E7FD1C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961A435-8E1F-85B8-788C-53A3874CD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BA7C-4046-FF4A-B8A7-F72D558907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3365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4085DA1-BF32-146D-2826-FB791A0D3A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4DAB5E9-A975-88BB-6186-BAC6AFCFC1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DD235AB-220C-4693-BCAC-2A19A6948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E8A88-30B2-404B-8287-9949C9D5BBC8}" type="datetimeFigureOut">
              <a:rPr kumimoji="1" lang="ja-JP" altLang="en-US" smtClean="0"/>
              <a:t>2025/2/5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E790252-3A9A-21FA-80F3-84A0CD19E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6B846B7-44BF-E922-D208-E8914C337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BA7C-4046-FF4A-B8A7-F72D558907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9019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6F66ABD-52B7-81D8-1C08-C7A1A867A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8486998-DE79-B515-7B47-7BFDFD158B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18F81AE-DE69-F86E-CF87-71984C2F58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2E8A88-30B2-404B-8287-9949C9D5BBC8}" type="datetimeFigureOut">
              <a:rPr kumimoji="1" lang="ja-JP" altLang="en-US" smtClean="0"/>
              <a:t>2025/2/5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21732B9-4CCF-4FCC-097B-1429FC811F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9216ADF-46FD-AC98-10C9-B1EC73300F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F9BA7C-4046-FF4A-B8A7-F72D558907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8106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円弧 4">
            <a:extLst>
              <a:ext uri="{FF2B5EF4-FFF2-40B4-BE49-F238E27FC236}">
                <a16:creationId xmlns:a16="http://schemas.microsoft.com/office/drawing/2014/main" id="{6E18321A-5B3A-605C-8503-FC8C99F1A681}"/>
              </a:ext>
            </a:extLst>
          </p:cNvPr>
          <p:cNvSpPr/>
          <p:nvPr/>
        </p:nvSpPr>
        <p:spPr>
          <a:xfrm flipH="1" flipV="1">
            <a:off x="6095998" y="1157185"/>
            <a:ext cx="3794235" cy="767751"/>
          </a:xfrm>
          <a:custGeom>
            <a:avLst/>
            <a:gdLst>
              <a:gd name="connsiteX0" fmla="*/ 1897118 w 3794235"/>
              <a:gd name="connsiteY0" fmla="*/ 0 h 767751"/>
              <a:gd name="connsiteX1" fmla="*/ 3794236 w 3794235"/>
              <a:gd name="connsiteY1" fmla="*/ 383876 h 767751"/>
              <a:gd name="connsiteX2" fmla="*/ 3123921 w 3794235"/>
              <a:gd name="connsiteY2" fmla="*/ 383876 h 767751"/>
              <a:gd name="connsiteX3" fmla="*/ 2510519 w 3794235"/>
              <a:gd name="connsiteY3" fmla="*/ 383876 h 767751"/>
              <a:gd name="connsiteX4" fmla="*/ 1897118 w 3794235"/>
              <a:gd name="connsiteY4" fmla="*/ 383876 h 767751"/>
              <a:gd name="connsiteX5" fmla="*/ 1897118 w 3794235"/>
              <a:gd name="connsiteY5" fmla="*/ 0 h 767751"/>
              <a:gd name="connsiteX0" fmla="*/ 1897118 w 3794235"/>
              <a:gd name="connsiteY0" fmla="*/ 0 h 767751"/>
              <a:gd name="connsiteX1" fmla="*/ 3794236 w 3794235"/>
              <a:gd name="connsiteY1" fmla="*/ 383876 h 767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794235" h="767751" stroke="0" extrusionOk="0">
                <a:moveTo>
                  <a:pt x="1897118" y="0"/>
                </a:moveTo>
                <a:cubicBezTo>
                  <a:pt x="2931756" y="-8087"/>
                  <a:pt x="3746038" y="189956"/>
                  <a:pt x="3794236" y="383876"/>
                </a:cubicBezTo>
                <a:cubicBezTo>
                  <a:pt x="3463511" y="375005"/>
                  <a:pt x="3425100" y="371287"/>
                  <a:pt x="3123921" y="383876"/>
                </a:cubicBezTo>
                <a:cubicBezTo>
                  <a:pt x="2822742" y="396465"/>
                  <a:pt x="2687276" y="400962"/>
                  <a:pt x="2510519" y="383876"/>
                </a:cubicBezTo>
                <a:cubicBezTo>
                  <a:pt x="2333762" y="366790"/>
                  <a:pt x="2187241" y="383429"/>
                  <a:pt x="1897118" y="383876"/>
                </a:cubicBezTo>
                <a:cubicBezTo>
                  <a:pt x="1879822" y="239473"/>
                  <a:pt x="1879576" y="80772"/>
                  <a:pt x="1897118" y="0"/>
                </a:cubicBezTo>
                <a:close/>
              </a:path>
              <a:path w="3794235" h="767751" fill="none" extrusionOk="0">
                <a:moveTo>
                  <a:pt x="1897118" y="0"/>
                </a:moveTo>
                <a:cubicBezTo>
                  <a:pt x="2896115" y="-7466"/>
                  <a:pt x="3789577" y="176254"/>
                  <a:pt x="3794236" y="383876"/>
                </a:cubicBezTo>
              </a:path>
            </a:pathLst>
          </a:custGeom>
          <a:ln w="190500">
            <a:solidFill>
              <a:schemeClr val="tx1">
                <a:lumMod val="65000"/>
                <a:lumOff val="3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arc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sz="8000" b="1">
              <a:ln w="762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  <a:reflection blurRad="6350" stA="60000" endA="900" endPos="58000" dir="5400000" sy="-100000" algn="bl" rotWithShape="0"/>
              </a:effectLst>
            </a:endParaRPr>
          </a:p>
        </p:txBody>
      </p:sp>
      <p:sp>
        <p:nvSpPr>
          <p:cNvPr id="6" name="円弧 5">
            <a:extLst>
              <a:ext uri="{FF2B5EF4-FFF2-40B4-BE49-F238E27FC236}">
                <a16:creationId xmlns:a16="http://schemas.microsoft.com/office/drawing/2014/main" id="{14C6D0F9-DF0C-C67C-E6B4-3AD3D9E72908}"/>
              </a:ext>
            </a:extLst>
          </p:cNvPr>
          <p:cNvSpPr/>
          <p:nvPr/>
        </p:nvSpPr>
        <p:spPr>
          <a:xfrm flipH="1" flipV="1">
            <a:off x="4321927" y="-1885869"/>
            <a:ext cx="3548141" cy="7087875"/>
          </a:xfrm>
          <a:custGeom>
            <a:avLst/>
            <a:gdLst>
              <a:gd name="connsiteX0" fmla="*/ 1774070 w 3548141"/>
              <a:gd name="connsiteY0" fmla="*/ 0 h 7087875"/>
              <a:gd name="connsiteX1" fmla="*/ 3548141 w 3548141"/>
              <a:gd name="connsiteY1" fmla="*/ 3543938 h 7087875"/>
              <a:gd name="connsiteX2" fmla="*/ 2921303 w 3548141"/>
              <a:gd name="connsiteY2" fmla="*/ 3543938 h 7087875"/>
              <a:gd name="connsiteX3" fmla="*/ 2365428 w 3548141"/>
              <a:gd name="connsiteY3" fmla="*/ 3543938 h 7087875"/>
              <a:gd name="connsiteX4" fmla="*/ 1774071 w 3548141"/>
              <a:gd name="connsiteY4" fmla="*/ 3543938 h 7087875"/>
              <a:gd name="connsiteX5" fmla="*/ 1774070 w 3548141"/>
              <a:gd name="connsiteY5" fmla="*/ 0 h 7087875"/>
              <a:gd name="connsiteX0" fmla="*/ 1774070 w 3548141"/>
              <a:gd name="connsiteY0" fmla="*/ 0 h 7087875"/>
              <a:gd name="connsiteX1" fmla="*/ 3548141 w 3548141"/>
              <a:gd name="connsiteY1" fmla="*/ 3543938 h 7087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548141" h="7087875" stroke="0" extrusionOk="0">
                <a:moveTo>
                  <a:pt x="1774070" y="0"/>
                </a:moveTo>
                <a:cubicBezTo>
                  <a:pt x="2967951" y="-126093"/>
                  <a:pt x="3676188" y="1688096"/>
                  <a:pt x="3548141" y="3543938"/>
                </a:cubicBezTo>
                <a:cubicBezTo>
                  <a:pt x="3370360" y="3528240"/>
                  <a:pt x="3232633" y="3556155"/>
                  <a:pt x="2921303" y="3543938"/>
                </a:cubicBezTo>
                <a:cubicBezTo>
                  <a:pt x="2609973" y="3531721"/>
                  <a:pt x="2632283" y="3523626"/>
                  <a:pt x="2365428" y="3543938"/>
                </a:cubicBezTo>
                <a:cubicBezTo>
                  <a:pt x="2098574" y="3564250"/>
                  <a:pt x="2019360" y="3564594"/>
                  <a:pt x="1774071" y="3543938"/>
                </a:cubicBezTo>
                <a:cubicBezTo>
                  <a:pt x="1743878" y="2361982"/>
                  <a:pt x="1903042" y="1212730"/>
                  <a:pt x="1774070" y="0"/>
                </a:cubicBezTo>
                <a:close/>
              </a:path>
              <a:path w="3548141" h="7087875" fill="none" extrusionOk="0">
                <a:moveTo>
                  <a:pt x="1774070" y="0"/>
                </a:moveTo>
                <a:cubicBezTo>
                  <a:pt x="2764401" y="285419"/>
                  <a:pt x="3452304" y="1622876"/>
                  <a:pt x="3548141" y="3543938"/>
                </a:cubicBezTo>
              </a:path>
            </a:pathLst>
          </a:custGeom>
          <a:ln w="190500">
            <a:solidFill>
              <a:schemeClr val="tx1">
                <a:lumMod val="65000"/>
                <a:lumOff val="35000"/>
              </a:schemeClr>
            </a:solidFill>
            <a:extLst>
              <a:ext uri="{C807C97D-BFC1-408E-A445-0C87EB9F89A2}">
                <ask:lineSketchStyleProps xmlns:ask="http://schemas.microsoft.com/office/drawing/2018/sketchyshapes" sd="2506668300">
                  <a:prstGeom prst="arc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sz="8000" b="1">
              <a:ln w="762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  <a:reflection blurRad="6350" stA="60000" endA="900" endPos="58000" dir="5400000" sy="-100000" algn="bl" rotWithShape="0"/>
              </a:effectLst>
            </a:endParaRP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9AE70E56-A3F3-C868-2343-5DEFA6E6A2AB}"/>
              </a:ext>
            </a:extLst>
          </p:cNvPr>
          <p:cNvCxnSpPr>
            <a:cxnSpLocks/>
          </p:cNvCxnSpPr>
          <p:nvPr/>
        </p:nvCxnSpPr>
        <p:spPr>
          <a:xfrm>
            <a:off x="6096000" y="1533748"/>
            <a:ext cx="0" cy="3668258"/>
          </a:xfrm>
          <a:prstGeom prst="line">
            <a:avLst/>
          </a:prstGeom>
          <a:ln w="1905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円/楕円 9">
            <a:extLst>
              <a:ext uri="{FF2B5EF4-FFF2-40B4-BE49-F238E27FC236}">
                <a16:creationId xmlns:a16="http://schemas.microsoft.com/office/drawing/2014/main" id="{595D19A8-EB98-AB3D-E1F4-8404F64BE184}"/>
              </a:ext>
            </a:extLst>
          </p:cNvPr>
          <p:cNvSpPr/>
          <p:nvPr/>
        </p:nvSpPr>
        <p:spPr>
          <a:xfrm>
            <a:off x="6023360" y="5134132"/>
            <a:ext cx="154800" cy="1548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ysClr val="windowText" lastClr="000000"/>
              </a:solidFill>
            </a:endParaRPr>
          </a:p>
        </p:txBody>
      </p:sp>
      <p:sp>
        <p:nvSpPr>
          <p:cNvPr id="11" name="円/楕円 10">
            <a:extLst>
              <a:ext uri="{FF2B5EF4-FFF2-40B4-BE49-F238E27FC236}">
                <a16:creationId xmlns:a16="http://schemas.microsoft.com/office/drawing/2014/main" id="{8A2C3D8A-0856-1614-0753-E3C683F7F3F7}"/>
              </a:ext>
            </a:extLst>
          </p:cNvPr>
          <p:cNvSpPr/>
          <p:nvPr/>
        </p:nvSpPr>
        <p:spPr>
          <a:xfrm>
            <a:off x="6746083" y="2483471"/>
            <a:ext cx="720000" cy="7200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円/楕円 11">
            <a:extLst>
              <a:ext uri="{FF2B5EF4-FFF2-40B4-BE49-F238E27FC236}">
                <a16:creationId xmlns:a16="http://schemas.microsoft.com/office/drawing/2014/main" id="{ED4E45F3-243F-D4A1-8C98-045B64FBF3C0}"/>
              </a:ext>
            </a:extLst>
          </p:cNvPr>
          <p:cNvSpPr/>
          <p:nvPr/>
        </p:nvSpPr>
        <p:spPr>
          <a:xfrm>
            <a:off x="6746083" y="869185"/>
            <a:ext cx="576000" cy="5760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56205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</Words>
  <Application>Microsoft Macintosh PowerPoint</Application>
  <PresentationFormat>ワイド画面</PresentationFormat>
  <Paragraphs>1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泉　七海</dc:creator>
  <cp:lastModifiedBy>泉　七海</cp:lastModifiedBy>
  <cp:revision>1</cp:revision>
  <dcterms:created xsi:type="dcterms:W3CDTF">2025-02-05T07:50:40Z</dcterms:created>
  <dcterms:modified xsi:type="dcterms:W3CDTF">2025-02-05T08:20:54Z</dcterms:modified>
</cp:coreProperties>
</file>